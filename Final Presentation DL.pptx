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7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019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LEVEL PREDICTION USING DEEP LEARNING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199" y="1463039"/>
            <a:ext cx="4986997" cy="45719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011680" y="18745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Tejaswi Baggam  (Student ID 111438294)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301825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5196" y="231061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Feedforward Neural Network with Dropout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716" y="26869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68692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dataset (2,111 samples · 7 classes) + Fitbit Daily Activity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0716" y="305620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11680" y="30632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 · PyTorch · SHAP · Streamlit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0716" y="343603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11680" y="345010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bg1"/>
                </a:solidFill>
              </a:rPr>
              <a:t>https://github.com/tejupatnaik5-svg/obesity-prediction-dl/tree/main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38912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389120" cy="34747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40233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affects 1 B+ people worldwide; prevalence has tripled since 1975.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is the standard clinical metric — but it ignores diet, activity, genetics, and behavior.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cannot separate muscle from fat, so athletes get misclassified as overweight.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ML approaches reach 80–88% accuracy but report no confidence or explanation.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predictions are clinically unusable — clinicians won't trust unaccounted outputs.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937760" y="868680"/>
            <a:ext cx="3840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0" y="914400"/>
            <a:ext cx="3840480" cy="160020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7-Class Target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 · Normal · Overweight I · Overweight II · Obesity I · Obesity II · Obesity III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2064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full continuum of obesity progression — not a binary obese/non-obese flag.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937760" y="2697480"/>
            <a:ext cx="38404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937760" y="2743200"/>
            <a:ext cx="3840480" cy="16459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obesity tool has to do three things at once: predict accurately, signal how confident it is, and explain why. This project tackles all three — and ships them in a working Streamlit app, not a Jupyter notebook.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Classify users into 7 obesity stages with calibrated confidence + SHAP explanations + BMI/activity-aware recommendations.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914900"/>
            <a:ext cx="91440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0" y="4951476"/>
            <a:ext cx="9144000" cy="192024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— Why This Matters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1188" y="914400"/>
            <a:ext cx="2697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1188" y="960120"/>
            <a:ext cx="2697480" cy="16459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4068" y="107899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4068" y="15087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high-risk individuals early for lifestyle intervention.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23260" y="914400"/>
            <a:ext cx="2697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23260" y="960120"/>
            <a:ext cx="2697480" cy="16459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06140" y="107899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Care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06140" y="15087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enable graduated, tailored advice — not a binary verdict.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5332" y="914400"/>
            <a:ext cx="2697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085332" y="960120"/>
            <a:ext cx="2697480" cy="16459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68212" y="107899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Allocation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68212" y="15087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Public-health systems prioritize highest-risk populations first.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1188" y="2770632"/>
            <a:ext cx="2697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1188" y="2816352"/>
            <a:ext cx="2697480" cy="16459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4068" y="29352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Integration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4068" y="336499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Fitbit / Garmin data for passive, continuous risk monitoring.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23260" y="2770632"/>
            <a:ext cx="2697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23260" y="2816352"/>
            <a:ext cx="2697480" cy="16459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06140" y="29352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&amp; Wellness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06140" y="336499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Triage-grade scoring for underwriting and corporate-health programs.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5332" y="2770632"/>
            <a:ext cx="2697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85332" y="2816352"/>
            <a:ext cx="2697480" cy="16459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68212" y="29352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AI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8212" y="336499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 confidence make the model auditable — required for clinical use.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0" y="4914900"/>
            <a:ext cx="91440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0" y="4951476"/>
            <a:ext cx="9144000" cy="192024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3200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/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Idea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decision boundaries on lifestyle features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for non-linear gains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Palechor &amp; de la Hoz, 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ensemble on the same obesity dataset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80–88% accuracy 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MLP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LeCun et al., Nature 2015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Feedforward nets learn non-linear feature interactions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architecture we adopt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Srivastava et al., JMLR 2014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activation masking prevents co-adaptation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Regularization on a modest dataset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Lundberg &amp; Lee, NeurIPS 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Game-theoretic feature attribution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Explainability layer of this 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Guo et al., ICML 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 nets are systematically overconfident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E7E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Motivates softmax-threshold flagging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Pipeline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27632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1627632" cy="25603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86968" y="1051560"/>
            <a:ext cx="493776" cy="493776"/>
          </a:xfrm>
          <a:prstGeom prst="ellipse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1051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16459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9536" y="2039112"/>
            <a:ext cx="548640" cy="228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2148840"/>
            <a:ext cx="1444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2,111 samples · 17 features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 numeric · 9 categorical)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39112" y="868680"/>
            <a:ext cx="1627632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39112" y="914400"/>
            <a:ext cx="1627632" cy="25603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606040" y="1051560"/>
            <a:ext cx="493776" cy="493776"/>
          </a:xfrm>
          <a:prstGeom prst="ellipse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06040" y="1051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30552" y="16459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78608" y="2039112"/>
            <a:ext cx="548640" cy="228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130552" y="2148840"/>
            <a:ext cx="1444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encode categoricals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StandardScaler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+ 80/20 split (seed 42)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58184" y="868680"/>
            <a:ext cx="1627632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58184" y="914400"/>
            <a:ext cx="1627632" cy="25603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325112" y="1051560"/>
            <a:ext cx="493776" cy="493776"/>
          </a:xfrm>
          <a:prstGeom prst="ellipse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25112" y="1051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49624" y="16459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Training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97680" y="2039112"/>
            <a:ext cx="548640" cy="228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849624" y="2148840"/>
            <a:ext cx="1444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MLP · ReLU · Dropout 0.3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(lr 0.001) · 40 epochs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CrossEntropyLoss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77256" y="868680"/>
            <a:ext cx="1627632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477256" y="914400"/>
            <a:ext cx="1627632" cy="25603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044184" y="1051560"/>
            <a:ext cx="493776" cy="493776"/>
          </a:xfrm>
          <a:prstGeom prst="ellipse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44184" y="1051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568696" y="16459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16752" y="2039112"/>
            <a:ext cx="548640" cy="228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568696" y="2148840"/>
            <a:ext cx="1444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softmax confidence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SHAP attribution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96328" y="868680"/>
            <a:ext cx="1627632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196328" y="914400"/>
            <a:ext cx="1627632" cy="25603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763256" y="1051560"/>
            <a:ext cx="493776" cy="493776"/>
          </a:xfrm>
          <a:prstGeom prst="ellipse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763256" y="1051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287768" y="16459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735824" y="2039112"/>
            <a:ext cx="548640" cy="228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287768" y="2148840"/>
            <a:ext cx="1444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+ Fitbit auto-detect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prediction + SHAP top-5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health tips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57600"/>
            <a:ext cx="841248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65760" y="3703320"/>
            <a:ext cx="8412480" cy="96012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8640" y="3749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Architecture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</a:t>
            </a:r>
            <a:r>
              <a:rPr lang="en-US" sz="11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(d_in features after one-hot)  →  </a:t>
            </a: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1 </a:t>
            </a:r>
            <a:r>
              <a:rPr lang="en-US" sz="11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(128 · ReLU · Dropout 0.3)  →  </a:t>
            </a: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2 </a:t>
            </a:r>
            <a:r>
              <a:rPr lang="en-US" sz="11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(64 · ReLU · Dropout 0.3)  →  </a:t>
            </a: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3 </a:t>
            </a:r>
            <a:r>
              <a:rPr lang="en-US" sz="11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(32 · ReLU)  →  </a:t>
            </a:r>
            <a:r>
              <a:rPr lang="en-US" sz="11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</a:t>
            </a:r>
            <a:r>
              <a:rPr lang="en-US" sz="11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logits)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0" y="4951476"/>
            <a:ext cx="9144000" cy="192024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Structure &amp; Reproduction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868680"/>
            <a:ext cx="3749040" cy="3854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9319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explore.py        ← EDA: feature types, class balance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55905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model.py          ← MLP definition + training loop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79222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evaluate.py       ← Accuracy + confidence + SHAP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2025396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app.py            ← Streamlit UI + Fitbit detector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225856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artifacts/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24917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model.pth     ← Trained PyTorch weights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272491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scaler.pkl    ← Fitted StandardScaler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295808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columns.pkl   ← One-hot column order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191256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└── label_encoder.pkl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36576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obesity.csv   ← 2,111 samples · 17 features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" y="389077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└── fitbit.csv    ← Daily activity records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412394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requirements.txt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868680"/>
            <a:ext cx="411480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63440" y="914400"/>
            <a:ext cx="4114800" cy="178308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 (Python 3.10+)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13716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&lt;repo-url&gt;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16276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-m venv venv &amp;&amp; source venv/bin/activate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1883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pip install -r requirements.txt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1396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model.py        # train + save artifacts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2395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streamlit run app.py   # → localhost:8501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2834640"/>
            <a:ext cx="4114800" cy="173736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2834640"/>
            <a:ext cx="4114800" cy="4572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4632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Dependencies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329184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050" dirty="0">
                <a:solidFill>
                  <a:srgbClr val="C8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 ·  PyTorch 2.0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050" dirty="0">
                <a:solidFill>
                  <a:srgbClr val="C8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 ·  Scikit-learn  ·  NumPy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050" dirty="0">
                <a:solidFill>
                  <a:srgbClr val="C8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(KernelExplainer)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▸"/>
            </a:pPr>
            <a:r>
              <a:rPr lang="en-US" sz="1050" dirty="0">
                <a:solidFill>
                  <a:srgbClr val="C8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 ·  Matplotlib  ·  Joblib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0" y="4914900"/>
            <a:ext cx="91440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0" y="4951476"/>
            <a:ext cx="9144000" cy="192024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41D0450-648E-FC8B-077B-E3FF6E96A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79" y="868680"/>
            <a:ext cx="4410222" cy="37871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Demo Walkthrough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69080" cy="150876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73152" cy="15087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on held-out test set (7-class)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prior 80–88% RF baseline on the same dataset.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069080" cy="150876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73152" cy="15087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10058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41732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converges 1.05 → 0.33 over 40 epochs.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oscillation — dropout did its job.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560320"/>
            <a:ext cx="4069080" cy="150876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560320"/>
            <a:ext cx="73152" cy="15087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31089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≥0.97 for extreme classes (Normal, Obesity III).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0.72–0.75 for borderline overweight — flagged for review.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4069080" cy="150876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2560320"/>
            <a:ext cx="73152" cy="150876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1089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features: Weight, Height, Physical Activity.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plausible — not spurious correlations.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4297680"/>
            <a:ext cx="841248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Flow: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inputs → BMI auto-calc with WHO color codes → Fitbit auto-detects activity level → MLP inference → SHAP top-5 features → personalized health tips.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4914900"/>
            <a:ext cx="91440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0" y="4951476"/>
            <a:ext cx="9144000" cy="192024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— What Didn't Work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6052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60520" cy="109728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Integration is Simulated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samples a random Fitbit row instead of pulling live data from a user's device. The pipeline works — the data source is offline.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16052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160520" cy="109728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0058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≠ Calibrated Probability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325880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nets are systematically overconfident (Guo et al., 2017). A reported 0.90 is 'relatively certain', not 'right 90% of the time'.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121408"/>
            <a:ext cx="416052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167128"/>
            <a:ext cx="4160520" cy="109728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25856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Demographic Bias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comes from Colombia, Peru, Mexico only. Will not generalize cleanly to populations with very different dietary norms.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121408"/>
            <a:ext cx="416052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2167128"/>
            <a:ext cx="4160520" cy="109728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225856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Latency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57860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KernelExplainer runs ~2–5 seconds per prediction inside the app. Acceptable for demo, not for high-volume production use.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374136"/>
            <a:ext cx="416052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419856"/>
            <a:ext cx="4160520" cy="109728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3511296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Per-Class Metrics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3831336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89% reported; precision / recall / F1 per class are not yet broken out — the borderline overweight classes likely lag.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3374136"/>
            <a:ext cx="416052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419856"/>
            <a:ext cx="4160520" cy="1097280"/>
          </a:xfrm>
          <a:prstGeom prst="rect">
            <a:avLst/>
          </a:prstGeom>
          <a:solidFill>
            <a:srgbClr val="ECF6F4"/>
          </a:solidFill>
          <a:ln w="12700">
            <a:solidFill>
              <a:srgbClr val="ECF6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511296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 Underperform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3831336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E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athletes, metabolic disorders, and weight-affecting medications fall outside the training distribution.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914900"/>
            <a:ext cx="91440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0" y="4951476"/>
            <a:ext cx="9144000" cy="192024"/>
          </a:xfrm>
          <a:prstGeom prst="rect">
            <a:avLst/>
          </a:prstGeom>
          <a:solidFill>
            <a:srgbClr val="0E1F3D"/>
          </a:solidFill>
          <a:ln w="12700">
            <a:solidFill>
              <a:srgbClr val="0E1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 Pitch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828800" cy="36576"/>
          </a:xfrm>
          <a:prstGeom prst="rect">
            <a:avLst/>
          </a:prstGeom>
          <a:solidFill>
            <a:srgbClr val="1AB39C"/>
          </a:solidFill>
          <a:ln w="12700">
            <a:solidFill>
              <a:srgbClr val="1AB3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year, billions of healthcare dollars go to treating downstream complications of obesity — diabetes, cardiovascular disease, joint replacement — when earlier behavioral intervention would have been cheaper and kinder. The blocker isn't data, it's triage: clinicians and wellness platforms don't have a fast, trustworthy way to grade individual risk.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system is a deep-learning obesity-risk engine that classifies any individual into one of seven stages with 89% accuracy, tells you exactly how confident it is, and uses SHAP to explain every prediction in plain features — weight, activity, eating patterns. It already plugs into Fitbit-style activity data and ships as a working Streamlit app.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37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targeting corporate wellness programs, life and health insurers, telehealth platforms, and wearable vendors — anyone who needs triage-grade risk scoring without the black-box liability.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AB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us as a smoke detector for obesity risk — early, explainable, always-on."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1202</Words>
  <Application>Microsoft Office PowerPoint</Application>
  <PresentationFormat>On-screen Show (16:9)</PresentationFormat>
  <Paragraphs>158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Obesity Level Prediction Using Deep Learning</dc:title>
  <dc:subject>PptxGenJS Presentation</dc:subject>
  <dc:creator>Tejaswi Baggam</dc:creator>
  <cp:lastModifiedBy>Tejaswi patnaik Baggam</cp:lastModifiedBy>
  <cp:revision>4</cp:revision>
  <dcterms:created xsi:type="dcterms:W3CDTF">2026-05-16T05:20:35Z</dcterms:created>
  <dcterms:modified xsi:type="dcterms:W3CDTF">2026-05-16T06:13:43Z</dcterms:modified>
</cp:coreProperties>
</file>